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egoe UI"/>
              </a:rPr>
              <a:t>Smart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63240"/>
            <a:ext cx="108749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>
                <a:solidFill>
                  <a:srgbClr val="8FA3BF"/>
                </a:solidFill>
                <a:latin typeface="Segoe UI"/>
              </a:rPr>
              <a:t>Restaurant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E6EDF7"/>
                </a:solidFill>
                <a:latin typeface="Segoe UI"/>
              </a:rPr>
              <a:t>From the order to the kitchen, from stock to reports — the whole restaurant in one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Single-file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1196" y="5074920"/>
            <a:ext cx="1540764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Works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Turkish /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The problem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Most restaurants run on three separate things: a till program, paper in the kitchen, and a spreadsheet for stock.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 gap between the check and the kitchen — wrong and late orders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Finding out an ingredient has run out only when the order is placed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Real profit stays invisible because recipe cost is unknown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Reports collected at month end, too late to act on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No trace of who voided or discounted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The 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One application, one single-file install.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modules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from POS to backups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user roles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62 separate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484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automated tests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run on every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languages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Turkish and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Each module stands on its own; together they produce the real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POS and orders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Touch sales, split checks, multiple payments, coupons and discounts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282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Kitchen display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Live ticket flow, split by station, time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Stock and recipes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Batch tracking, FIFO/FEFO, automatic deduction, waste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74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Floor and reservations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Table plan, merging, waiting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Customers and loyalty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Segments, points, campaigns, consent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82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Staff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Shifts, timesheets, leave,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Reporting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Sales, profitability, daily closing, Excel/PDF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74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Statistics centre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Period comparison, intensity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Artificial intelligence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Local or cloud model, smart analyses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82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Backups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Consistent snapshot, safe restore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Training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In-app guide, lessons by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74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Security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Role-based permissions, audit log, PIN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Today's revenue, order count, occupancy, 14-day trend, category breakdown and critical alerts on one screen.</a:t>
            </a:r>
          </a:p>
        </p:txBody>
      </p:sp>
      <p:pic>
        <p:nvPicPr>
          <p:cNvPr id="5" name="Picture 4" descr="01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POS — sales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Touch-friendly selling: category filters, quick product search, check and table management.</a:t>
            </a:r>
          </a:p>
        </p:txBody>
      </p:sp>
      <p:pic>
        <p:nvPicPr>
          <p:cNvPr id="5" name="Picture 4" descr="02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Kitchen display (KDS)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Orders split by station and stream live; overdue tickets change colour and sound an alert.</a:t>
            </a:r>
          </a:p>
        </p:txBody>
      </p:sp>
      <p:pic>
        <p:nvPicPr>
          <p:cNvPr id="5" name="Picture 4" descr="03_mutfak_k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Table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Floor sections, table states and QR-coded table management at a glance.</a:t>
            </a:r>
          </a:p>
        </p:txBody>
      </p:sp>
      <p:pic>
        <p:nvPicPr>
          <p:cNvPr id="5" name="Picture 4" descr="04_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Stock and ingredients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Lot-based FIFO/FEFO tracking, critical-level alerts and run-out forecasts.</a:t>
            </a:r>
          </a:p>
        </p:txBody>
      </p:sp>
      <p:pic>
        <p:nvPicPr>
          <p:cNvPr id="5" name="Picture 4" descr="05_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Menu and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Product cards, portions and modifiers; real cost and margin derived from the recipe.</a:t>
            </a:r>
          </a:p>
        </p:txBody>
      </p:sp>
      <p:pic>
        <p:nvPicPr>
          <p:cNvPr id="5" name="Picture 4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Customers and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Segments, loyalty points, consent records and permission-based masking.</a:t>
            </a:r>
          </a:p>
        </p:txBody>
      </p:sp>
      <p:pic>
        <p:nvPicPr>
          <p:cNvPr id="5" name="Picture 4" descr="07_muste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Reservation list, waiting list and conflict checks.</a:t>
            </a:r>
          </a:p>
        </p:txBody>
      </p:sp>
      <p:pic>
        <p:nvPicPr>
          <p:cNvPr id="5" name="Picture 4" descr="08_rezervas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Statistics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Period comparison, intensity matrix and trend charts.</a:t>
            </a:r>
          </a:p>
        </p:txBody>
      </p:sp>
      <p:pic>
        <p:nvPicPr>
          <p:cNvPr id="5" name="Picture 4" descr="09_i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Q&amp;A over your own data; with a local model, nothing leaves the machine.</a:t>
            </a:r>
          </a:p>
        </p:txBody>
      </p:sp>
      <p:pic>
        <p:nvPicPr>
          <p:cNvPr id="5" name="Picture 4" descr="10_ai_as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The order is entered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The server picks the product on the POS and adds a note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"Send to kitchen" splits the order across stations: hot kitchen, grill, bar, pastry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At the same moment the recipe's ingredients leave stock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The kitchen screen shows the ticket instantly — no page refresh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When the time is exceeded the ticket turns yellow, then red, with an audible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WHY IT MATTERS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Paper tickets, shouting across the pass and the "did it get through?" uncertainty disappear. Stock stops being a separate job; the sale itself updates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Seeing the real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Every product has a recipe and a portion yield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Ingredient cost is calculated per batch, at the real purchase price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The profitability report gives profit, margin and food cost ratio per product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Products without a recipe are listed separately as a warning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The effect of a price change on margin can be simulated beforehand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AN HONEST NUMBER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A product without a recipe counts as zero cost, so its profit looks higher than it is. The system does not hide this; it says at the top of the report how many products lack a recipe.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Statistics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The chosen period is compared side by side with the previous equal period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 day × hour intensity matrix — for staff planning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Customer behaviour: new vs returning, most valuable customers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Waste rate, stock value, service speed and table turnover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Every section exports to a single Excel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NO DECISIONS ON THIN DATA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Cells resting on fewer than three observations are faded. A single busy Saturday is not presented as a regular pattern — the system tells you how much data each number rests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AI — without your data leaving the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Choose a local model (LM Studio, Ollama) or a cloud provider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Sensitive data can be restricted to the local model only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Customer personal data is masked before the prompt is sent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Demand forecasting, menu engineering, waste and anomaly analysis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 daily management summary: what went well, what needs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A FORECAST IS NOT A CERTAINTY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Every AI output is shown with its confidence level, the amount of data behind it and its limitations. A budget cap can be set; local models are free and are not charged against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Data safety and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One-click backup from inside the app: database, files and a portable dump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 consistent snapshot even while the system is running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Integrity verification with SHA-256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An automatic safety backup before any restore; a confirmation phrase is required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Optional scheduled automatic backups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API KEYS STAY OUT OF THE BACKUP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Backup archives usually travel by email or cloud storage. Keys are excluded by default so they cannot leak that way; they can be included explicitly, and the archive is then marked.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Who sees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Permissions are role-based; the menu shows only the sections you can actually use.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148840"/>
          <a:ext cx="1087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they see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Requires approval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Server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POS, tables, their own orders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Voids, discounts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Cashier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POS, payment, till, basic reports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Refunds, price overrides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Chef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Kitchen, menu, recipes, stock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Storekeeper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Stock, counts, purchasing, suppliers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Everything + financial reports + backups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Everything + restore + users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Restaurant data means customer personal data. The system treats it that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Role-based permissions, with per-user grants and revocations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Manager PIN approval for voids, refunds and discounts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An immutable audit log: who, when, what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Account lockout after five failed sign-ins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Customer phone and email are masked for users without the permission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Data erasure and anonymisation for data-protection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Setup and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 single-file Windows application (~57 MB) — no Python installation needed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Double-click it; on first run it offers to try the system with demo data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Database, files and logs live in the folder next to the program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No internet required; cloud AI is optional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PostgreSQL and Docker support for those who want a server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LEARNING CURVE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The application contains a built-in guide of eight lessons. Lessons are filtered by role; a server is not shown the backup lesson. About 38 minutes in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Built to last, to be auditable, and to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Python 3.11+ and Django 5.2 — mature, documented, widely supported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WebSockets for the kitchen display (Django Channels, Daphne)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SQLite on a single machine; PostgreSQL for multi-terminal setups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484 automated tests; linter, formatter and security scan on every release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Dependency vulnerability and secret scanning required before publishing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All settings come from the environment; no secret lives in the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Fiscal compliance notice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356616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9184" rIns="36576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The receipts, checks and daily reports this system produces are </a:t>
            </a:r>
            <a:r>
              <a:rPr sz="1700" b="1">
                <a:solidFill>
                  <a:srgbClr val="F97316"/>
                </a:solidFill>
                <a:latin typeface="Segoe UI"/>
              </a:rPr>
              <a:t>for internal information and do not replace legal fiscal documents.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A legal Z report must be produced by a certified fiscal device.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Electronic invoices must be issued through an authorised integrator.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The system provides interfaces for these integrations; it does not claim to produce fiscal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Quality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Verified automatically before every release.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484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tests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unit, integration, permissions,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pip-audit + osv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dependency scan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run before every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1,764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translated strings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Turkish /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gitleaks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secret scan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run before every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Ready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The program runs as a single file and opens with a restaurant already full of sample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1.  </a:t>
            </a:r>
            <a:r>
              <a:rPr sz="1700" b="0">
                <a:solidFill>
                  <a:srgbClr val="E6EDF7"/>
                </a:solidFill>
                <a:latin typeface="Segoe UI"/>
              </a:rPr>
              <a:t>Put the application in an empty folder and double-click it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2.  </a:t>
            </a:r>
            <a:r>
              <a:rPr sz="1700" b="0">
                <a:solidFill>
                  <a:srgbClr val="E6EDF7"/>
                </a:solidFill>
                <a:latin typeface="Segoe UI"/>
              </a:rPr>
              <a:t>Choose "Try with sample data"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3.  </a:t>
            </a:r>
            <a:r>
              <a:rPr sz="1700" b="0">
                <a:solidFill>
                  <a:srgbClr val="E6EDF7"/>
                </a:solidFill>
                <a:latin typeface="Segoe UI"/>
              </a:rPr>
              <a:t>The sample-data step prints the usernames and a one-time random password for that install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4.  </a:t>
            </a:r>
            <a:r>
              <a:rPr sz="1700" b="0">
                <a:solidFill>
                  <a:srgbClr val="E6EDF7"/>
                </a:solidFill>
                <a:latin typeface="Segoe UI"/>
              </a:rPr>
              <a:t>Reach the user guide from the ? button in the top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94960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8FA3BF"/>
                </a:solidFill>
                <a:latin typeface="Segoe UI"/>
              </a:rPr>
              <a:t>Clear the sample data and create your own users before going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Smart Restaurant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